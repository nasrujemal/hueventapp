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2" r:id="rId4"/>
    <p:sldId id="263" r:id="rId5"/>
    <p:sldId id="258" r:id="rId6"/>
    <p:sldId id="259" r:id="rId7"/>
    <p:sldId id="260" r:id="rId8"/>
    <p:sldId id="261" r:id="rId9"/>
    <p:sldId id="264" r:id="rId10"/>
    <p:sldId id="269" r:id="rId11"/>
    <p:sldId id="270" r:id="rId12"/>
    <p:sldId id="271" r:id="rId13"/>
    <p:sldId id="265" r:id="rId14"/>
    <p:sldId id="266" r:id="rId15"/>
    <p:sldId id="267" r:id="rId16"/>
    <p:sldId id="268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23" autoAdjust="0"/>
    <p:restoredTop sz="94660"/>
  </p:normalViewPr>
  <p:slideViewPr>
    <p:cSldViewPr snapToGrid="0">
      <p:cViewPr>
        <p:scale>
          <a:sx n="97" d="100"/>
          <a:sy n="97" d="100"/>
        </p:scale>
        <p:origin x="65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FC42-4769-46D6-8B9C-5EDE91D1AD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4FF9-8642-4C55-965E-D2FFD8A094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FC42-4769-46D6-8B9C-5EDE91D1AD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4FF9-8642-4C55-965E-D2FFD8A094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FC42-4769-46D6-8B9C-5EDE91D1AD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4FF9-8642-4C55-965E-D2FFD8A094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FC42-4769-46D6-8B9C-5EDE91D1AD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4FF9-8642-4C55-965E-D2FFD8A094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FC42-4769-46D6-8B9C-5EDE91D1ADD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4FF9-8642-4C55-965E-D2FFD8A094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FC42-4769-46D6-8B9C-5EDE91D1ADD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4FF9-8642-4C55-965E-D2FFD8A094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FC42-4769-46D6-8B9C-5EDE91D1ADD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4FF9-8642-4C55-965E-D2FFD8A094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FC42-4769-46D6-8B9C-5EDE91D1AD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4FF9-8642-4C55-965E-D2FFD8A094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FC42-4769-46D6-8B9C-5EDE91D1AD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4FF9-8642-4C55-965E-D2FFD8A094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FC42-4769-46D6-8B9C-5EDE91D1AD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4FF9-8642-4C55-965E-D2FFD8A094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FC42-4769-46D6-8B9C-5EDE91D1AD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4FF9-8642-4C55-965E-D2FFD8A094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FC42-4769-46D6-8B9C-5EDE91D1AD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4FF9-8642-4C55-965E-D2FFD8A0942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0FC42-4769-46D6-8B9C-5EDE91D1AD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F4FF9-8642-4C55-965E-D2FFD8A0942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4813" y="2357758"/>
            <a:ext cx="11997912" cy="2091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College of Computing and Informatics </a:t>
            </a:r>
            <a:endParaRPr lang="en-US" sz="2800" dirty="0"/>
          </a:p>
          <a:p>
            <a:pPr algn="ctr"/>
            <a:r>
              <a:rPr lang="en-US" sz="2400" dirty="0"/>
              <a:t>Department of Computer Science</a:t>
            </a:r>
            <a:endParaRPr lang="en-US" sz="2400" dirty="0"/>
          </a:p>
          <a:p>
            <a:pPr algn="ctr"/>
            <a:r>
              <a:rPr lang="en-US" sz="2400" dirty="0"/>
              <a:t>Mobile Application Development</a:t>
            </a:r>
            <a:endParaRPr lang="en-US" sz="2400" dirty="0"/>
          </a:p>
          <a:p>
            <a:pPr algn="ctr"/>
            <a:r>
              <a:rPr lang="en-US" b="1" dirty="0"/>
              <a:t>HUEventScheduler_App</a:t>
            </a:r>
            <a:endParaRPr lang="en-US" b="1" dirty="0"/>
          </a:p>
          <a:p>
            <a:r>
              <a:rPr lang="en-US" b="1" dirty="0"/>
              <a:t>          Prepared by:</a:t>
            </a:r>
            <a:endParaRPr lang="en-US" b="1" dirty="0"/>
          </a:p>
          <a:p>
            <a:r>
              <a:rPr lang="en-US" b="1" dirty="0"/>
              <a:t>                      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60601" y="6134165"/>
            <a:ext cx="1187079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                                                                                                           Submitted to: Mr. Keno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68313" y="3988677"/>
          <a:ext cx="6294383" cy="1828800"/>
        </p:xfrm>
        <a:graphic>
          <a:graphicData uri="http://schemas.openxmlformats.org/drawingml/2006/table">
            <a:tbl>
              <a:tblPr/>
              <a:tblGrid>
                <a:gridCol w="3139444"/>
                <a:gridCol w="3154939"/>
              </a:tblGrid>
              <a:tr h="361030">
                <a:tc>
                  <a:txBody>
                    <a:bodyPr/>
                    <a:lstStyle/>
                    <a:p>
                      <a:r>
                        <a:rPr lang="en-US" sz="1800" dirty="0" err="1">
                          <a:sym typeface="+mn-ea"/>
                        </a:rPr>
                        <a:t>Nasru</a:t>
                      </a:r>
                      <a:r>
                        <a:rPr lang="en-US" sz="1800" dirty="0">
                          <a:sym typeface="+mn-ea"/>
                        </a:rPr>
                        <a:t> Jemal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ym typeface="+mn-ea"/>
                        </a:rPr>
                        <a:t>1334/14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030">
                <a:tc>
                  <a:txBody>
                    <a:bodyPr/>
                    <a:lstStyle/>
                    <a:p>
                      <a:r>
                        <a:rPr lang="en-US" dirty="0" err="1"/>
                        <a:t>Abdulmalik Battery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1960/14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030">
                <a:tc>
                  <a:txBody>
                    <a:bodyPr/>
                    <a:lstStyle/>
                    <a:p>
                      <a:r>
                        <a:rPr lang="en-US" dirty="0"/>
                        <a:t>Amanuel Behailu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2128/14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030">
                <a:tc>
                  <a:txBody>
                    <a:bodyPr/>
                    <a:lstStyle/>
                    <a:p>
                      <a:pPr algn="just" rtl="0" fontAlgn="base"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Alemu Ayelu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8580" marR="6858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2109/14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0235" y="824230"/>
            <a:ext cx="7565390" cy="1356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Outline</a:t>
            </a:r>
            <a:endParaRPr lang="en-US" b="1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/>
              <a:t>Introduction</a:t>
            </a:r>
            <a:endParaRPr lang="en-US"/>
          </a:p>
          <a:p>
            <a:r>
              <a:rPr lang="en-US"/>
              <a:t>Problem Statement</a:t>
            </a:r>
            <a:endParaRPr lang="en-US"/>
          </a:p>
          <a:p>
            <a:r>
              <a:rPr lang="en-US"/>
              <a:t>Objectives</a:t>
            </a:r>
            <a:endParaRPr lang="en-US"/>
          </a:p>
          <a:p>
            <a:r>
              <a:rPr lang="en-US"/>
              <a:t>User interface</a:t>
            </a:r>
            <a:endParaRPr lang="en-US"/>
          </a:p>
          <a:p>
            <a:r>
              <a:rPr lang="en-US"/>
              <a:t>Functionality</a:t>
            </a:r>
            <a:endParaRPr lang="en-US"/>
          </a:p>
          <a:p>
            <a:r>
              <a:rPr lang="en-US"/>
              <a:t>Limitations</a:t>
            </a:r>
            <a:endParaRPr lang="en-US"/>
          </a:p>
          <a:p>
            <a:r>
              <a:rPr lang="en-US"/>
              <a:t>Future improvements</a:t>
            </a:r>
            <a:endParaRPr lang="en-US"/>
          </a:p>
          <a:p>
            <a:r>
              <a:rPr lang="en-US"/>
              <a:t>Conclusion</a:t>
            </a:r>
            <a:endParaRPr lang="en-US"/>
          </a:p>
          <a:p>
            <a:r>
              <a:rPr lang="en-US"/>
              <a:t>Screenchots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3200" dirty="0"/>
              <a:t>- </a:t>
            </a:r>
            <a:r>
              <a:rPr lang="en-US" altLang="en-US" sz="3200" b="1" dirty="0"/>
              <a:t>Project Overview</a:t>
            </a:r>
            <a:r>
              <a:rPr lang="en-US" altLang="en-US" sz="3200" dirty="0"/>
              <a:t>: HUEventApp is a mobile application designed for university students to discover, track, and engage with campus events.</a:t>
            </a:r>
            <a:endParaRPr lang="en-US" altLang="en-US" sz="3200" dirty="0"/>
          </a:p>
          <a:p>
            <a:pPr marL="0" indent="0">
              <a:buNone/>
            </a:pPr>
            <a:r>
              <a:rPr lang="en-US" altLang="en-US" sz="3200" dirty="0"/>
              <a:t>- </a:t>
            </a:r>
            <a:r>
              <a:rPr lang="en-US" altLang="en-US" sz="3200" b="1" dirty="0"/>
              <a:t>Target Audience</a:t>
            </a:r>
            <a:r>
              <a:rPr lang="en-US" altLang="en-US" sz="3200" dirty="0"/>
              <a:t>: Students, faculty, and staff at the university.</a:t>
            </a:r>
            <a:endParaRPr lang="en-US" altLang="en-US" sz="3200" dirty="0"/>
          </a:p>
          <a:p>
            <a:pPr marL="0" indent="0">
              <a:buNone/>
            </a:pPr>
            <a:r>
              <a:rPr lang="en-US" altLang="en-US" sz="3200" dirty="0"/>
              <a:t>- </a:t>
            </a:r>
            <a:r>
              <a:rPr lang="en-US" altLang="en-US" sz="3200" b="1" dirty="0"/>
              <a:t>Technology Stack</a:t>
            </a:r>
            <a:r>
              <a:rPr lang="en-US" altLang="en-US" sz="3200" dirty="0"/>
              <a:t>: Android native application with Material Design components and custom UI elements.</a:t>
            </a:r>
            <a:endParaRPr lang="en-US" alt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Problem Statement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2018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en-US" sz="2400" dirty="0"/>
              <a:t>- Students often miss important campus events due to lack of centralized information.</a:t>
            </a:r>
            <a:endParaRPr lang="en-US" altLang="en-US" sz="24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en-US" sz="2400" dirty="0"/>
              <a:t>- Traditional event promotion methods (posters, emails) have limited reach and engagement.</a:t>
            </a:r>
            <a:endParaRPr lang="en-US" altLang="en-US" sz="24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en-US" sz="2400" dirty="0"/>
              <a:t>- Difficulty in filtering events based on personal interests and availability.</a:t>
            </a:r>
            <a:endParaRPr lang="en-US" altLang="en-US" sz="24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en-US" sz="2400" dirty="0"/>
              <a:t>- No streamlined way to register for events or receive updates about changes.</a:t>
            </a:r>
            <a:endParaRPr lang="en-US" altLang="en-US" sz="2400" dirty="0"/>
          </a:p>
          <a:p>
            <a:pPr marL="0" indent="0">
              <a:lnSpc>
                <a:spcPct val="200000"/>
              </a:lnSpc>
              <a:buNone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</a:t>
            </a:r>
            <a:endParaRPr lang="en-US" b="1" dirty="0"/>
          </a:p>
        </p:txBody>
      </p:sp>
      <p:sp>
        <p:nvSpPr>
          <p:cNvPr id="3" name="Content Placeholder 2"/>
          <p:cNvSpPr/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b="1"/>
              <a:t>General Objectives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- Create a user-friendly mobile platform for event discovery and management.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Specific Objectives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- Implement a modern, visually appealing UI with glassmorphism design elements.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Provide robust search and filtering capabilities for events by category (Academic, Cultural, Sports, Entertainment).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Enable user authentication for personalized experiences.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Incorporate university branding elements (colors, logos) for consistent identity.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 interface</a:t>
            </a:r>
            <a:endParaRPr lang="en-US" b="1" dirty="0"/>
          </a:p>
        </p:txBody>
      </p:sp>
      <p:sp>
        <p:nvSpPr>
          <p:cNvPr id="3" name="Content Placeholder 2"/>
          <p:cNvSpPr/>
          <p:nvPr>
            <p:ph idx="1"/>
          </p:nvPr>
        </p:nvSpPr>
        <p:spPr/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en-US" b="1"/>
              <a:t>Key Features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- Glassmorphism Design: Translucent UI elements with blur effects for a modern look.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University Branding: Consistent use of university colors (blue #2196F3 and yellow #FFC107).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Responsive Layouts: Adaptive designs for various screen sizes.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Material Components: Leveraging Google's Material Design library for consistent UI elements.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Custom Animations: Implemented fade, slide, and scale animations for smooth transitions.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Responsive Layouts: Using ConstraintLayout and CoordinatorLayout for adaptive UI.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Functionality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- </a:t>
            </a:r>
            <a:r>
              <a:rPr lang="en-US" altLang="en-US" b="1" dirty="0"/>
              <a:t>Event Browsing</a:t>
            </a:r>
            <a:r>
              <a:rPr lang="en-US" altLang="en-US" dirty="0"/>
              <a:t>: Card-based event listings with essential information.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- </a:t>
            </a:r>
            <a:r>
              <a:rPr lang="en-US" altLang="en-US" b="1" dirty="0"/>
              <a:t>Search &amp; Filtering</a:t>
            </a:r>
            <a:r>
              <a:rPr lang="en-US" altLang="en-US" dirty="0"/>
              <a:t>: Advanced search capabilities with category filtering.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- </a:t>
            </a:r>
            <a:r>
              <a:rPr lang="en-US" altLang="en-US" b="1" dirty="0"/>
              <a:t>Event Details</a:t>
            </a:r>
            <a:r>
              <a:rPr lang="en-US" altLang="en-US" dirty="0"/>
              <a:t>: Comprehensive view of event information including location, time, and description.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Events have status (</a:t>
            </a:r>
            <a:r>
              <a:rPr lang="en-US" altLang="en-US" b="1" dirty="0"/>
              <a:t>Active </a:t>
            </a:r>
            <a:r>
              <a:rPr lang="en-US" altLang="en-US" dirty="0"/>
              <a:t>&amp; </a:t>
            </a:r>
            <a:r>
              <a:rPr lang="en-US" altLang="en-US" b="1" dirty="0"/>
              <a:t>Expired</a:t>
            </a:r>
            <a:r>
              <a:rPr lang="en-US" altLang="en-US" dirty="0"/>
              <a:t>) it will become expired after it took place losing its active status and users cannot set reminder notification on an  expired events. </a:t>
            </a: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150"/>
          </a:xfrm>
        </p:spPr>
        <p:txBody>
          <a:bodyPr/>
          <a:p>
            <a:r>
              <a:rPr lang="en-US"/>
              <a:t>cont...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3640"/>
            <a:ext cx="10515600" cy="4993640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en-US"/>
              <a:t>- </a:t>
            </a:r>
            <a:r>
              <a:rPr lang="en-US" altLang="en-US" b="1"/>
              <a:t>User Authentication</a:t>
            </a:r>
            <a:r>
              <a:rPr lang="en-US" altLang="en-US"/>
              <a:t>: Secure login and registration system and both users can login and logout.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</a:t>
            </a:r>
            <a:r>
              <a:rPr lang="en-US" altLang="en-US" b="1"/>
              <a:t>Modules</a:t>
            </a:r>
            <a:r>
              <a:rPr lang="en-US" altLang="en-US"/>
              <a:t>: There are two modules.   1. Admin Module (Haramaya University)   2. Users Module (Students, faculty, and staff at the university.).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</a:t>
            </a:r>
            <a:r>
              <a:rPr lang="en-US" altLang="en-US" b="1"/>
              <a:t>Admin module</a:t>
            </a:r>
            <a:r>
              <a:rPr lang="en-US" altLang="en-US"/>
              <a:t>:   Only admin can create, update and delete events. admin can update their profile (username, password)  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* current credintials: username: </a:t>
            </a:r>
            <a:r>
              <a:rPr lang="en-US" altLang="en-US" i="1"/>
              <a:t>admin</a:t>
            </a:r>
            <a:r>
              <a:rPr lang="en-US" altLang="en-US"/>
              <a:t>   password:</a:t>
            </a:r>
            <a:r>
              <a:rPr lang="en-US" altLang="en-US" i="1"/>
              <a:t>admin123</a:t>
            </a:r>
            <a:r>
              <a:rPr lang="en-US" altLang="en-US"/>
              <a:t>      email:</a:t>
            </a:r>
            <a:r>
              <a:rPr lang="en-US" altLang="en-US" i="1"/>
              <a:t>admin@hu.edu</a:t>
            </a:r>
            <a:r>
              <a:rPr lang="en-US" altLang="en-US"/>
              <a:t>    Fullname: </a:t>
            </a:r>
            <a:r>
              <a:rPr lang="en-US" altLang="en-US" i="1"/>
              <a:t>System Administrater</a:t>
            </a:r>
            <a:r>
              <a:rPr lang="en-US" altLang="en-US"/>
              <a:t>.  #you can use it for test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</a:t>
            </a:r>
            <a:r>
              <a:rPr lang="en-US" altLang="en-US" b="1"/>
              <a:t>Users module</a:t>
            </a:r>
            <a:r>
              <a:rPr lang="en-US" altLang="en-US"/>
              <a:t>: users can browse through the available events and they can put a reminder notification on for the events they're interested in when those events will take place.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* Users should be registered to use the app and once users are registered they can update their profiles (username, password)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limitations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44370"/>
            <a:ext cx="10515600" cy="4232910"/>
          </a:xfrm>
        </p:spPr>
        <p:txBody>
          <a:bodyPr/>
          <a:p>
            <a:pPr marL="0" indent="0">
              <a:buNone/>
            </a:pPr>
            <a:r>
              <a:rPr lang="en-US" altLang="en-US"/>
              <a:t>- Currently available only on Android platform.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Requires internet connection for real-time updates.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Limited offline functionality.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Manual event creation process (no integration with university calendar systems yet).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No vast database system is implemented in the current version.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Future Improvements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- iOS version development.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Integration with university calendar and scheduling systems.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Social sharing capabilities.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Event registration and attendance tracking.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Analytics dashboard for event organizers.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A website application development version.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Conclusion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- HUEventApp successfully addresses the need for a centralized, user-friendly platform for university event management.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The application's modern design and intuitive interface enhance the student experience.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The implementation of university branding creates a sense of familiarity and trust.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Future enhancements will further improve functionality and user engagement.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1700"/>
          </a:xfrm>
        </p:spPr>
        <p:txBody>
          <a:bodyPr/>
          <a:p>
            <a:r>
              <a:rPr lang="en-US" b="1"/>
              <a:t>Screenshots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9705"/>
            <a:ext cx="10515600" cy="4727575"/>
          </a:xfrm>
        </p:spPr>
        <p:txBody>
          <a:bodyPr/>
          <a:p>
            <a:r>
              <a:rPr lang="en-US" b="1"/>
              <a:t>Admin module</a:t>
            </a:r>
            <a:endParaRPr lang="en-US" b="1"/>
          </a:p>
          <a:p>
            <a:pPr marL="0" indent="0">
              <a:buNone/>
            </a:pPr>
            <a:r>
              <a:rPr lang="en-US"/>
              <a:t>-Delete/edit event</a:t>
            </a:r>
            <a:endParaRPr lang="en-US"/>
          </a:p>
          <a:p>
            <a:pPr marL="0" indent="0">
              <a:buNone/>
            </a:pPr>
            <a:r>
              <a:rPr lang="en-US"/>
              <a:t>-Add event</a:t>
            </a:r>
            <a:endParaRPr lang="en-US"/>
          </a:p>
        </p:txBody>
      </p:sp>
      <p:pic>
        <p:nvPicPr>
          <p:cNvPr id="15" name="Picture 14" descr="Screenshot_2025_05_27_13_00_18_13_24bf0b67ca60c43e99496a62e8539b3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7075" y="0"/>
            <a:ext cx="3117215" cy="6858000"/>
          </a:xfrm>
          <a:prstGeom prst="rect">
            <a:avLst/>
          </a:prstGeom>
        </p:spPr>
      </p:pic>
      <p:pic>
        <p:nvPicPr>
          <p:cNvPr id="16" name="Picture 15" descr="Screenshot_2025_05_27_13_00_32_54_24bf0b67ca60c43e99496a62e8539b3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415" y="-31115"/>
            <a:ext cx="31172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4840"/>
          </a:xfrm>
        </p:spPr>
        <p:txBody>
          <a:bodyPr>
            <a:normAutofit fontScale="90000"/>
          </a:bodyPr>
          <a:p>
            <a:r>
              <a:rPr lang="en-US"/>
              <a:t>Cont...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7610"/>
            <a:ext cx="10515600" cy="4979670"/>
          </a:xfrm>
        </p:spPr>
        <p:txBody>
          <a:bodyPr/>
          <a:p>
            <a:r>
              <a:rPr lang="en-US" b="1"/>
              <a:t>Users’ Module</a:t>
            </a:r>
            <a:endParaRPr lang="en-US" b="1"/>
          </a:p>
          <a:p>
            <a:pPr marL="0" indent="0">
              <a:buNone/>
            </a:pPr>
            <a:r>
              <a:rPr lang="en-US"/>
              <a:t>-Users browsing events</a:t>
            </a:r>
            <a:endParaRPr lang="en-US"/>
          </a:p>
          <a:p>
            <a:pPr marL="0" indent="0">
              <a:buNone/>
            </a:pPr>
            <a:r>
              <a:rPr lang="en-US"/>
              <a:t>-Event details WHEN clicked</a:t>
            </a:r>
            <a:endParaRPr lang="en-US"/>
          </a:p>
        </p:txBody>
      </p:sp>
      <p:pic>
        <p:nvPicPr>
          <p:cNvPr id="4" name="Picture 3" descr="Screenshot_2025_05_27_13_02_13_26_24bf0b67ca60c43e99496a62e8539b3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0665" y="0"/>
            <a:ext cx="3117215" cy="6858000"/>
          </a:xfrm>
          <a:prstGeom prst="rect">
            <a:avLst/>
          </a:prstGeom>
        </p:spPr>
      </p:pic>
      <p:pic>
        <p:nvPicPr>
          <p:cNvPr id="6" name="Picture 5" descr="Screenshot_2025_05_27_13_02_23_90_24bf0b67ca60c43e99496a62e8539b3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7110" y="0"/>
            <a:ext cx="31172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510"/>
          </a:xfrm>
        </p:spPr>
        <p:txBody>
          <a:bodyPr>
            <a:normAutofit fontScale="90000"/>
          </a:bodyPr>
          <a:p>
            <a:r>
              <a:rPr lang="en-US"/>
              <a:t>Cont...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89025"/>
            <a:ext cx="10515600" cy="5088255"/>
          </a:xfrm>
        </p:spPr>
        <p:txBody>
          <a:bodyPr/>
          <a:p>
            <a:pPr marL="0" indent="0">
              <a:buNone/>
            </a:pPr>
            <a:r>
              <a:rPr lang="en-US"/>
              <a:t>-Update profile page</a:t>
            </a:r>
            <a:endParaRPr lang="en-US"/>
          </a:p>
          <a:p>
            <a:pPr marL="0" indent="0">
              <a:buNone/>
            </a:pPr>
            <a:r>
              <a:rPr lang="en-US"/>
              <a:t>-Login page</a:t>
            </a:r>
            <a:endParaRPr lang="en-US"/>
          </a:p>
        </p:txBody>
      </p:sp>
      <p:pic>
        <p:nvPicPr>
          <p:cNvPr id="6" name="Picture 5" descr="Screenshot_2025_05_27_13_00_43_53_24bf0b67ca60c43e99496a62e8539b3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7075" y="0"/>
            <a:ext cx="3117215" cy="6858000"/>
          </a:xfrm>
          <a:prstGeom prst="rect">
            <a:avLst/>
          </a:prstGeom>
        </p:spPr>
      </p:pic>
      <p:pic>
        <p:nvPicPr>
          <p:cNvPr id="7" name="Picture 6" descr="Screenshot_2025_05_27_13_00_50_05_24bf0b67ca60c43e99496a62e8539b3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165" y="0"/>
            <a:ext cx="31172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3880"/>
          </a:xfrm>
        </p:spPr>
        <p:txBody>
          <a:bodyPr>
            <a:normAutofit fontScale="90000"/>
          </a:bodyPr>
          <a:p>
            <a:r>
              <a:rPr lang="en-US"/>
              <a:t>Cont...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83945"/>
            <a:ext cx="10515600" cy="5093335"/>
          </a:xfrm>
        </p:spPr>
        <p:txBody>
          <a:bodyPr/>
          <a:p>
            <a:r>
              <a:rPr lang="en-US"/>
              <a:t>User registration page</a:t>
            </a:r>
            <a:endParaRPr lang="en-US"/>
          </a:p>
        </p:txBody>
      </p:sp>
      <p:pic>
        <p:nvPicPr>
          <p:cNvPr id="4" name="Picture 3" descr="Screenshot_2025_05_27_13_00_58_92_24bf0b67ca60c43e99496a62e8539b3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3140" y="0"/>
            <a:ext cx="31172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6096000" y="2769507"/>
            <a:ext cx="609600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r>
              <a:rPr lang="en-US" altLang="ko-KR" sz="6000" dirty="0">
                <a:solidFill>
                  <a:schemeClr val="bg1"/>
                </a:solidFill>
                <a:cs typeface="Arial" panose="020B0604020202020204" pitchFamily="34" charset="0"/>
              </a:rPr>
              <a:t>THANK YOU</a:t>
            </a:r>
            <a:endParaRPr lang="ko-KR" altLang="en-US" sz="60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4575</Words>
  <Application>WPS Presentation</Application>
  <PresentationFormat>Widescreen</PresentationFormat>
  <Paragraphs>136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Malgun Gothic</vt:lpstr>
      <vt:lpstr>Office Theme</vt:lpstr>
      <vt:lpstr>PowerPoint 演示文稿</vt:lpstr>
      <vt:lpstr>Outline</vt:lpstr>
      <vt:lpstr>Introduction</vt:lpstr>
      <vt:lpstr>Problem Statement</vt:lpstr>
      <vt:lpstr>Objectives</vt:lpstr>
      <vt:lpstr>User interface</vt:lpstr>
      <vt:lpstr>Functionality</vt:lpstr>
      <vt:lpstr>cont...</vt:lpstr>
      <vt:lpstr>limitations</vt:lpstr>
      <vt:lpstr>Future Improvements</vt:lpstr>
      <vt:lpstr>Conclusion</vt:lpstr>
      <vt:lpstr>Screenshots</vt:lpstr>
      <vt:lpstr>Cont...</vt:lpstr>
      <vt:lpstr>Cont...</vt:lpstr>
      <vt:lpstr>Cont...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 nasri</dc:creator>
  <cp:lastModifiedBy>james</cp:lastModifiedBy>
  <cp:revision>36</cp:revision>
  <dcterms:created xsi:type="dcterms:W3CDTF">2024-11-16T07:34:00Z</dcterms:created>
  <dcterms:modified xsi:type="dcterms:W3CDTF">2026-08-27T08:33:55Z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D0ABEB755AAD456B91F059FDB7774384_12</vt:lpwstr>
  </property>
  <property fmtid="{D5CDD505-2E9C-101B-9397-08002B2CF9AE}" pid="3" name="KSOProductBuildVer">
    <vt:lpwstr>1033-12.1.0.28485</vt:lpwstr>
  </property>
</Properties>
</file>